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  <Override PartName="/ppt/media/image13.jpeg" ContentType="image/jpeg"/>
  <Override PartName="/ppt/media/image14.jpeg" ContentType="image/jpeg"/>
  <Override PartName="/ppt/media/image15.jpeg" ContentType="image/jpeg"/>
  <Override PartName="/ppt/media/image16.jpeg" ContentType="image/jpeg"/>
  <Override PartName="/ppt/media/image17.jpeg" ContentType="image/jpeg"/>
  <Override PartName="/ppt/media/image18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image" Target="../media/image13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eg"/><Relationship Id="rId3" Type="http://schemas.openxmlformats.org/officeDocument/2006/relationships/image" Target="../media/image15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6.jpeg"/><Relationship Id="rId4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7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7.jpeg"/><Relationship Id="rId4" Type="http://schemas.openxmlformats.org/officeDocument/2006/relationships/image" Target="../media/image6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chemeClr val="accent2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chemeClr val="accent2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chemeClr val="accent2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KILKA SPRAW ORGANIZACYJNYCH</a:t>
            </a:r>
          </a:p>
        </p:txBody>
      </p:sp>
      <p:sp>
        <p:nvSpPr>
          <p:cNvPr id="4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Dziś jest nas dużo.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713231" y="1660210"/>
            <a:ext cx="10515601" cy="529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E9A4F4"/>
                </a:solidFill>
              </a:defRPr>
            </a:lvl1pPr>
          </a:lstStyle>
          <a:p>
            <a:pPr/>
            <a:r>
              <a:t>Zadbajmy o komfort wszystkich.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713231" y="2515521"/>
            <a:ext cx="10515601" cy="49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Zajmujcie wolne miejsca.</a:t>
            </a:r>
          </a:p>
        </p:txBody>
      </p:sp>
      <p:sp>
        <p:nvSpPr>
          <p:cNvPr id="46" name="Text 12"/>
          <p:cNvSpPr txBox="1"/>
          <p:nvPr/>
        </p:nvSpPr>
        <p:spPr>
          <a:xfrm>
            <a:off x="713231" y="3035644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000">
                <a:solidFill>
                  <a:srgbClr val="DACCE0"/>
                </a:solidFill>
              </a:defRPr>
            </a:lvl1pPr>
          </a:lstStyle>
          <a:p>
            <a:pPr/>
            <a:r>
              <a:t>Bez zostawiania pojedynczych krzeseł między sobą.</a:t>
            </a:r>
          </a:p>
        </p:txBody>
      </p:sp>
      <p:sp>
        <p:nvSpPr>
          <p:cNvPr id="47" name="Text 13"/>
          <p:cNvSpPr txBox="1"/>
          <p:nvPr/>
        </p:nvSpPr>
        <p:spPr>
          <a:xfrm>
            <a:off x="713231" y="3772821"/>
            <a:ext cx="10515601" cy="49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Nie blokujcie przejść i dostępu do łazienek.</a:t>
            </a:r>
          </a:p>
        </p:txBody>
      </p:sp>
      <p:sp>
        <p:nvSpPr>
          <p:cNvPr id="48" name="Text 14"/>
          <p:cNvSpPr txBox="1"/>
          <p:nvPr/>
        </p:nvSpPr>
        <p:spPr>
          <a:xfrm>
            <a:off x="713231" y="4655217"/>
            <a:ext cx="10515601" cy="4919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Jeśli pojawi się problem, dajcie nam znać.</a:t>
            </a:r>
          </a:p>
        </p:txBody>
      </p:sp>
      <p:sp>
        <p:nvSpPr>
          <p:cNvPr id="49" name="Text 15"/>
          <p:cNvSpPr txBox="1"/>
          <p:nvPr/>
        </p:nvSpPr>
        <p:spPr>
          <a:xfrm>
            <a:off x="713231" y="5234776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000">
                <a:solidFill>
                  <a:srgbClr val="DACCE0"/>
                </a:solidFill>
              </a:defRPr>
            </a:lvl1pPr>
          </a:lstStyle>
          <a:p>
            <a:pPr/>
            <a:r>
              <a:t>Organizatorzy są na sali. Możecie też napisać na WhatsAppie.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2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53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54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5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56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57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58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59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0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61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182</a:t>
            </a:r>
          </a:p>
        </p:txBody>
      </p:sp>
      <p:sp>
        <p:nvSpPr>
          <p:cNvPr id="62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63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302</a:t>
            </a:r>
          </a:p>
        </p:txBody>
      </p:sp>
      <p:sp>
        <p:nvSpPr>
          <p:cNvPr id="64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65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6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67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68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69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3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74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7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76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77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78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79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80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81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82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83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84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85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86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87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88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89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90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91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4" name="Text 5"/>
          <p:cNvSpPr txBox="1"/>
          <p:nvPr/>
        </p:nvSpPr>
        <p:spPr>
          <a:xfrm>
            <a:off x="713231" y="361995"/>
            <a:ext cx="91440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20 PAŹDZIERNIKA · NIE BRAKOWAŁO ALTERNATYW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713231" y="914420"/>
            <a:ext cx="9875522" cy="676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800">
                <a:solidFill>
                  <a:srgbClr val="FFFFFF"/>
                </a:solidFill>
              </a:defRPr>
            </a:lvl1pPr>
          </a:lstStyle>
          <a:p>
            <a:pPr/>
            <a:r>
              <a:t>Mieliście mocny wybór.</a:t>
            </a:r>
          </a:p>
        </p:txBody>
      </p:sp>
      <p:sp>
        <p:nvSpPr>
          <p:cNvPr id="9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97" name="Text 10"/>
          <p:cNvSpPr txBox="1"/>
          <p:nvPr/>
        </p:nvSpPr>
        <p:spPr>
          <a:xfrm>
            <a:off x="713231" y="1833832"/>
            <a:ext cx="516636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LIGA MISTRZÓW</a:t>
            </a:r>
          </a:p>
        </p:txBody>
      </p:sp>
      <p:sp>
        <p:nvSpPr>
          <p:cNvPr id="98" name="Text 11"/>
          <p:cNvSpPr txBox="1"/>
          <p:nvPr/>
        </p:nvSpPr>
        <p:spPr>
          <a:xfrm>
            <a:off x="6291071" y="1833832"/>
            <a:ext cx="5166361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KONFERENCJA .NET</a:t>
            </a:r>
          </a:p>
        </p:txBody>
      </p:sp>
      <p:sp>
        <p:nvSpPr>
          <p:cNvPr id="99" name="Shape 16"/>
          <p:cNvSpPr/>
          <p:nvPr/>
        </p:nvSpPr>
        <p:spPr>
          <a:xfrm>
            <a:off x="713231" y="2313432"/>
            <a:ext cx="5166362" cy="22402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00" name="Liga Mistrzów: PSG vs FC Barcelona, dzisiaj o 21:00" descr="Liga Mistrzów: PSG vs FC Barcelona, dzisiaj o 21:0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2468879"/>
            <a:ext cx="5166361" cy="1920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.NET Developer Days 2026, Warszawa, 20-21 października" descr=".NET Developer Days 2026, Warszawa, 20-21 października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91071" y="2313432"/>
            <a:ext cx="5166361" cy="2240280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Text 14"/>
          <p:cNvSpPr txBox="1"/>
          <p:nvPr/>
        </p:nvSpPr>
        <p:spPr>
          <a:xfrm>
            <a:off x="713231" y="4992643"/>
            <a:ext cx="10744201" cy="6766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800">
                <a:solidFill>
                  <a:schemeClr val="accent2"/>
                </a:solidFill>
              </a:defRPr>
            </a:lvl1pPr>
          </a:lstStyle>
          <a:p>
            <a:pPr/>
            <a:r>
              <a:t>A wybraliście Wroc.NET.</a:t>
            </a:r>
          </a:p>
        </p:txBody>
      </p:sp>
      <p:sp>
        <p:nvSpPr>
          <p:cNvPr id="103" name="Text 15"/>
          <p:cNvSpPr txBox="1"/>
          <p:nvPr/>
        </p:nvSpPr>
        <p:spPr>
          <a:xfrm>
            <a:off x="713231" y="5804845"/>
            <a:ext cx="10744201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Takiej frekwencji nie bierzemy za pewnik. Dzięki, że jesteście!</a:t>
            </a:r>
          </a:p>
        </p:txBody>
      </p:sp>
      <p:sp>
        <p:nvSpPr>
          <p:cNvPr id="104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0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0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1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1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113" name="Łukasz Pyrzyk" descr="Łukasz Pyrzyk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80744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4" name="Text 21"/>
          <p:cNvSpPr txBox="1"/>
          <p:nvPr/>
        </p:nvSpPr>
        <p:spPr>
          <a:xfrm>
            <a:off x="786383" y="3092887"/>
            <a:ext cx="2560322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Łukasz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Pyrzyk</a:t>
            </a:r>
          </a:p>
        </p:txBody>
      </p:sp>
      <p:pic>
        <p:nvPicPr>
          <p:cNvPr id="115" name="Łukasz Olbromski" descr="Łukasz Olbromski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50791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6" name="Text 23"/>
          <p:cNvSpPr txBox="1"/>
          <p:nvPr/>
        </p:nvSpPr>
        <p:spPr>
          <a:xfrm>
            <a:off x="3456432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Łukasz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Olbromski</a:t>
            </a:r>
          </a:p>
        </p:txBody>
      </p:sp>
      <p:pic>
        <p:nvPicPr>
          <p:cNvPr id="117" name="Daniel Kowalski" descr="Daniel Kowalski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720840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18" name="Text 25"/>
          <p:cNvSpPr txBox="1"/>
          <p:nvPr/>
        </p:nvSpPr>
        <p:spPr>
          <a:xfrm>
            <a:off x="6126479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Daniel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Kowalski</a:t>
            </a:r>
          </a:p>
        </p:txBody>
      </p:sp>
      <p:pic>
        <p:nvPicPr>
          <p:cNvPr id="119" name="Beata Trawińska" descr="Beata Trawińska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390888" y="1737360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0" name="Text 27"/>
          <p:cNvSpPr txBox="1"/>
          <p:nvPr/>
        </p:nvSpPr>
        <p:spPr>
          <a:xfrm>
            <a:off x="8796528" y="309288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Beata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Trawińska</a:t>
            </a:r>
          </a:p>
        </p:txBody>
      </p:sp>
      <p:pic>
        <p:nvPicPr>
          <p:cNvPr id="121" name="Tomasz Zawadzki" descr="Tomasz Zawadzki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380744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2" name="Text 29"/>
          <p:cNvSpPr txBox="1"/>
          <p:nvPr/>
        </p:nvSpPr>
        <p:spPr>
          <a:xfrm>
            <a:off x="786383" y="5196007"/>
            <a:ext cx="2560322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Tomasz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Zawadzki</a:t>
            </a:r>
          </a:p>
        </p:txBody>
      </p:sp>
      <p:pic>
        <p:nvPicPr>
          <p:cNvPr id="123" name="Adam Dłubak" descr="Adam Dłubak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50791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4" name="Text 31"/>
          <p:cNvSpPr txBox="1"/>
          <p:nvPr/>
        </p:nvSpPr>
        <p:spPr>
          <a:xfrm>
            <a:off x="3456432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Adam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Dłubak</a:t>
            </a:r>
          </a:p>
        </p:txBody>
      </p:sp>
      <p:pic>
        <p:nvPicPr>
          <p:cNvPr id="125" name="Szymon Pulka" descr="Szymon Pulka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720840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6" name="Text 33"/>
          <p:cNvSpPr txBox="1"/>
          <p:nvPr/>
        </p:nvSpPr>
        <p:spPr>
          <a:xfrm>
            <a:off x="6126479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Szymon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Pulka</a:t>
            </a:r>
          </a:p>
        </p:txBody>
      </p:sp>
      <p:pic>
        <p:nvPicPr>
          <p:cNvPr id="127" name="Tymoteusz Wojnarowski" descr="Tymoteusz Wojnarowski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9390888" y="3840479"/>
            <a:ext cx="1371601" cy="13716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128" name="Text 35"/>
          <p:cNvSpPr txBox="1"/>
          <p:nvPr/>
        </p:nvSpPr>
        <p:spPr>
          <a:xfrm>
            <a:off x="8796528" y="5196007"/>
            <a:ext cx="256032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Tymoteusz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FFFFFF"/>
                </a:solidFill>
              </a:defRPr>
            </a:pPr>
            <a:r>
              <a:t>Wojnarowski</a:t>
            </a:r>
          </a:p>
        </p:txBody>
      </p:sp>
      <p:sp>
        <p:nvSpPr>
          <p:cNvPr id="129" name="Text 10"/>
          <p:cNvSpPr txBox="1"/>
          <p:nvPr/>
        </p:nvSpPr>
        <p:spPr>
          <a:xfrm>
            <a:off x="713231" y="5896770"/>
            <a:ext cx="107442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300">
                <a:solidFill>
                  <a:srgbClr val="E9A4F4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2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3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134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13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6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38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39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0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2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142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143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144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chemeClr val="accent2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4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5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3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Trzeci wtorek miesiąca. Zaczynamy o 18:00.</a:t>
            </a:r>
          </a:p>
        </p:txBody>
      </p:sp>
      <p:sp>
        <p:nvSpPr>
          <p:cNvPr id="154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6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chemeClr val="accent2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57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ACCE0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58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rgbClr val="E9A4F4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FFFFFF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60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DACCE0"/>
                </a:solidFill>
              </a:defRPr>
            </a:lvl1pPr>
          </a:lstStyle>
          <a:p>
            <a:pPr/>
            <a:r>
              <a:t>18:00</a:t>
            </a:r>
          </a:p>
        </p:txBody>
      </p:sp>
      <p:sp>
        <p:nvSpPr>
          <p:cNvPr id="161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rgbClr val="E9A4F4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2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FFFFFF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63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DACCE0"/>
                </a:solidFill>
              </a:defRPr>
            </a:lvl1pPr>
          </a:lstStyle>
          <a:p>
            <a:pPr/>
            <a:r>
              <a:t>18:00</a:t>
            </a:r>
          </a:p>
        </p:txBody>
      </p:sp>
      <p:sp>
        <p:nvSpPr>
          <p:cNvPr id="164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291A35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17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17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7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74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rgbClr val="E9A4F4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rgbClr val="E9A4F4"/>
                </a:solidFill>
              </a:defRPr>
            </a:pPr>
            <a:r>
              <a:t>WROC.NET</a:t>
            </a:r>
          </a:p>
        </p:txBody>
      </p:sp>
      <p:sp>
        <p:nvSpPr>
          <p:cNvPr id="175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FFFFFF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FFFFFF"/>
                </a:solidFill>
              </a:defRPr>
            </a:pPr>
            <a:r>
              <a:t>naszej społeczności.</a:t>
            </a:r>
          </a:p>
        </p:txBody>
      </p:sp>
      <p:sp>
        <p:nvSpPr>
          <p:cNvPr id="176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7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ACCE0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sp>
        <p:nvSpPr>
          <p:cNvPr id="179" name="Shape 21"/>
          <p:cNvSpPr/>
          <p:nvPr/>
        </p:nvSpPr>
        <p:spPr>
          <a:xfrm>
            <a:off x="640080" y="4361688"/>
            <a:ext cx="1609345" cy="6309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Shape 22"/>
          <p:cNvSpPr/>
          <p:nvPr/>
        </p:nvSpPr>
        <p:spPr>
          <a:xfrm>
            <a:off x="2331720" y="4398264"/>
            <a:ext cx="566929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1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183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184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185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9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9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9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9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FFFFFF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95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E9A4F4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96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rgbClr val="4A1B5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7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98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DACCE0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99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E9A4F4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200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3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205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20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207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8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9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291A35"/>
          </a:solidFill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0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211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291A35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2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2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213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FFFFFF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FFFFFF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FFFFFF"/>
                </a:solidFill>
              </a:defRPr>
            </a:pPr>
            <a:r>
              <a:t>w jednym miejscu.</a:t>
            </a:r>
          </a:p>
        </p:txBody>
      </p:sp>
      <p:sp>
        <p:nvSpPr>
          <p:cNvPr id="214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215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22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22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2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24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291A35"/>
          </a:solidFill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5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226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227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160E22">
              <a:alpha val="80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8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chemeClr val="accent2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229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230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231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DACCE0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3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3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3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40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FFFFFF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41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E9A4F4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42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rgbClr val="4A1B5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3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44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chemeClr val="accent2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45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DACCE0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172. SPOTKANIE · 17 LISTOPADA 2026 · 18:00</a:t>
            </a:r>
          </a:p>
        </p:txBody>
      </p:sp>
      <p:sp>
        <p:nvSpPr>
          <p:cNvPr id="25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5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5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54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5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6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57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58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rgbClr val="E9A4F4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59" name="Text 11"/>
          <p:cNvSpPr txBox="1"/>
          <p:nvPr/>
        </p:nvSpPr>
        <p:spPr>
          <a:xfrm>
            <a:off x="713231" y="2275838"/>
            <a:ext cx="7498082" cy="797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200">
                <a:solidFill>
                  <a:srgbClr val="DACCE0"/>
                </a:solidFill>
              </a:defRPr>
            </a:pPr>
            <a:r>
              <a:t>Ultra-wydajność -</a:t>
            </a:r>
            <a:endParaRPr>
              <a:solidFill>
                <a:srgbClr val="000000"/>
              </a:solidFill>
            </a:endParaRPr>
          </a:p>
          <a:p>
            <a:pPr>
              <a:defRPr sz="2200">
                <a:solidFill>
                  <a:srgbClr val="DACCE0"/>
                </a:solidFill>
              </a:defRPr>
            </a:pPr>
            <a:r>
              <a:t>gdy liczy się każda mikrosekunda</a:t>
            </a:r>
          </a:p>
        </p:txBody>
      </p:sp>
      <p:sp>
        <p:nvSpPr>
          <p:cNvPr id="260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1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chemeClr val="accent2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62" name="Text 14"/>
          <p:cNvSpPr txBox="1"/>
          <p:nvPr/>
        </p:nvSpPr>
        <p:spPr>
          <a:xfrm>
            <a:off x="713231" y="3732181"/>
            <a:ext cx="7498082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Kiedy .NET wystarcza,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a kiedy warto wyjść poza niego?</a:t>
            </a:r>
          </a:p>
        </p:txBody>
      </p:sp>
      <p:sp>
        <p:nvSpPr>
          <p:cNvPr id="263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rgbClr val="E9A4F4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E9A4F4"/>
                </a:solidFill>
              </a:defRPr>
            </a:pPr>
            <a:r>
              <a:t>Łukasz Pyrzyk</a:t>
            </a:r>
          </a:p>
        </p:txBody>
      </p:sp>
      <p:sp>
        <p:nvSpPr>
          <p:cNvPr id="264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DACCE0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67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68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rgbClr val="E9A4F4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69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Plan dzisiejszego spotkania</a:t>
            </a:r>
          </a:p>
        </p:txBody>
      </p:sp>
      <p:sp>
        <p:nvSpPr>
          <p:cNvPr id="270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D9B7E8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271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2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73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74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75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76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rgbClr val="E9A4F4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77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78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9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80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rgbClr val="E9A4F4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81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FFFFFF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82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49314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3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84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E9A4F4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85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FFFFFF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86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87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88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E9A4F4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89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E9A4F4"/>
                </a:solidFill>
              </a:defRPr>
            </a:lvl1pPr>
          </a:lstStyle>
          <a:p>
            <a:pPr/>
            <a:r>
              <a:t>After party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Wrocław i społeczność Wroc.NET" descr="Wrocław i społeczność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Shape 3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>
              <a:alpha val="75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93" name="Text 5"/>
          <p:cNvSpPr txBox="1"/>
          <p:nvPr/>
        </p:nvSpPr>
        <p:spPr>
          <a:xfrm>
            <a:off x="713231" y="1780999"/>
            <a:ext cx="10744201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2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94" name="Text 6"/>
          <p:cNvSpPr txBox="1"/>
          <p:nvPr/>
        </p:nvSpPr>
        <p:spPr>
          <a:xfrm>
            <a:off x="502919" y="2693503"/>
            <a:ext cx="11183113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95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296" name="Text 10"/>
          <p:cNvSpPr txBox="1"/>
          <p:nvPr/>
        </p:nvSpPr>
        <p:spPr>
          <a:xfrm>
            <a:off x="713231" y="4083440"/>
            <a:ext cx="107442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3000">
                <a:solidFill>
                  <a:srgbClr val="DACCE0"/>
                </a:solidFill>
              </a:defRPr>
            </a:lvl1pPr>
          </a:lstStyle>
          <a:p>
            <a:pPr/>
            <a:r>
              <a:t>Nowe możliwości, 14 lat bagażu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